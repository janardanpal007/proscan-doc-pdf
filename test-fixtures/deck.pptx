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FF3D"/>
                </a:solidFill>
              </a:rPr>
              <a:t>ProScan Deck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Slide conversion test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BEA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Scan documents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Convert formats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Edit and 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0" y="3291840"/>
            <a:ext cx="2743200" cy="1280160"/>
          </a:xfrm>
          <a:prstGeom prst="rect">
            <a:avLst/>
          </a:prstGeom>
          <a:solidFill>
            <a:srgbClr val="FF4FD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Free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Pro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$5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2026-10-29T20:24:20Z</dcterms:created>
  <dcterms:modified xsi:type="dcterms:W3CDTF">2026-10-29T20:24:20Z</dcterms:modified>
</cp:coreProperties>
</file>